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8" r:id="rId7"/>
    <p:sldMasterId id="2147483659" r:id="rId8"/>
    <p:sldMasterId id="2147483660" r:id="rId9"/>
    <p:sldMasterId id="2147483661" r:id="rId10"/>
    <p:sldMasterId id="2147483662" r:id="rId11"/>
    <p:sldMasterId id="2147483663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86B2D47-6650-426E-AE7E-B45BDABCD86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5C7E3B-E2BD-4C98-9F6E-DF043B9403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BC9B07-E00D-4A9E-BACB-A5B4EF599B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CBD6BA-26CC-4266-A121-28629046CF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F80013-E996-49C4-8691-924DFE7C88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4CA8FBF-3B31-4B99-9A29-B2B429B79A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C19669A-916F-47B0-9E83-D29E3F8831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68531F-85A6-436E-83D5-731541367A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D68D95-BA26-4295-96A7-AC9F63A7C8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6B6FFE-7299-48AD-88E7-4E8B1725A9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0070FC-E5FD-4B59-81F8-8EBBAEA3F0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B230FA-48C1-4F21-A4C3-D6F8187474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2023B1-CEA1-40DE-8989-8CA48062A5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AE2E77-8111-4D76-AE48-44464E4169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491154-BA44-4B11-BFE4-C4FEF58181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AC5C26-1947-41D6-B830-D3A0419823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65DB12-BF2D-4302-B0A0-E511217B66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187867-FE0E-43A2-86DE-B86F3AB4BD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91560" y="1669680"/>
            <a:ext cx="7772040" cy="84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40000" lnSpcReduction="19999"/>
          </a:bodyPr>
          <a:p>
            <a:pPr indent="0" algn="ctr" defTabSz="914400">
              <a:lnSpc>
                <a:spcPct val="100000"/>
              </a:lnSpc>
              <a:buNone/>
            </a:pPr>
            <a:br>
              <a:rPr sz="2600"/>
            </a:b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 Black"/>
                <a:ea typeface="Calibri"/>
              </a:rPr>
              <a:t>Department of Computer Science and  Engineering</a:t>
            </a:r>
            <a:br>
              <a:rPr sz="2200"/>
            </a:br>
            <a:br>
              <a:rPr sz="2200"/>
            </a:br>
            <a:br>
              <a:rPr sz="3600"/>
            </a:b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Title 1"/>
          <p:cNvSpPr/>
          <p:nvPr/>
        </p:nvSpPr>
        <p:spPr>
          <a:xfrm>
            <a:off x="457200" y="458280"/>
            <a:ext cx="8381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7030a0"/>
                </a:solidFill>
                <a:effectLst/>
                <a:uFillTx/>
                <a:latin typeface="Arial Rounded MT Bold"/>
                <a:ea typeface="Calibri"/>
              </a:rPr>
              <a:t>ANNA UNIVERSITY REGIONAL CAMPUS COIMBATORE</a:t>
            </a:r>
            <a:br>
              <a:rPr sz="1400"/>
            </a:br>
            <a:br>
              <a:rPr sz="1100"/>
            </a:b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723960" y="2514600"/>
            <a:ext cx="78483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AD3811 &amp; PROJECT WORK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THIRD REVIEW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Title of the project :</a:t>
            </a:r>
            <a:br>
              <a:rPr sz="2000"/>
            </a:br>
            <a:br>
              <a:rPr sz="2000"/>
            </a:br>
            <a:br>
              <a:rPr sz="2000"/>
            </a:br>
            <a:r>
              <a:rPr lang="en-US" sz="2000" b="1" u="none" strike="noStrike">
                <a:solidFill>
                  <a:srgbClr val="6535eb"/>
                </a:solidFill>
                <a:effectLst/>
                <a:uFillTx/>
                <a:latin typeface="Times New Roman"/>
              </a:rPr>
              <a:t>Date :</a:t>
            </a:r>
            <a:r>
              <a:rPr lang="en-US" sz="2000" b="0" u="none" strike="noStrike">
                <a:solidFill>
                  <a:srgbClr val="6535eb"/>
                </a:solidFill>
                <a:effectLst/>
                <a:uFillTx/>
                <a:latin typeface="Times New Roman"/>
              </a:rPr>
              <a:t> 10/04/2026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9" name="Table 8"/>
          <p:cNvGraphicFramePr/>
          <p:nvPr/>
        </p:nvGraphicFramePr>
        <p:xfrm>
          <a:off x="1144080" y="4724280"/>
          <a:ext cx="7162200" cy="1996200"/>
        </p:xfrm>
        <a:graphic>
          <a:graphicData uri="http://schemas.openxmlformats.org/drawingml/2006/table">
            <a:tbl>
              <a:tblPr/>
              <a:tblGrid>
                <a:gridCol w="3581280"/>
                <a:gridCol w="3581280"/>
              </a:tblGrid>
              <a:tr h="533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Project Guide Name/Designation: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Name / Desn. / CSE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517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Name and Regn. Number of Students: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Name (Regn. No.)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Name (Regn. No.)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Name (Regn. No.)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Name (Regn. No.)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240" cy="56304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AGENDA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914400"/>
            <a:ext cx="8229240" cy="52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IN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INTRODUCTION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IN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 STATEMENT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ABSTRACT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OVERALL DESIGN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MATERIALS &amp; METHODS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MODULE IMPLEMENTATION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EXPERIMENTAL RESULTS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PERFORMANCE EVALUATION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SCREENSHOTS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REFERENCES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CONCLUSION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21"/>
              </a:spcBef>
              <a:buNone/>
              <a:tabLst>
                <a:tab algn="l" pos="0"/>
              </a:tabLst>
            </a:pPr>
            <a:endParaRPr lang="en-US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21"/>
              </a:spcBef>
              <a:buNone/>
              <a:tabLst>
                <a:tab algn="l" pos="0"/>
              </a:tabLst>
            </a:pPr>
            <a:endParaRPr lang="en-US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E5C1C28-560A-420A-AB51-9F3A4259BA28}" type="slidenum">
              <a:t>2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3BA163D6-08FE-4ABB-AA3B-189E09CECC83}" type="datetime1">
              <a:rPr lang="en-US"/>
              <a:t>04/06/2026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240" cy="56304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IN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INTRODUCTION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9240" cy="490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B65181B-17D2-4840-8F07-898FD1F9C16C}" type="slidenum">
              <a:t>3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39AFC7F-268D-4B5C-AE85-5EFBA892B8B1}" type="datetime1">
              <a:rPr lang="en-US"/>
              <a:t>04/06/2026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240" cy="56304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IN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PROBLEM STATEMENT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9240" cy="490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0C61804-CB96-4576-B1F3-A9ACEE5B2579}" type="slidenum">
              <a:t>4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A19EBE8-2AF8-455D-ABE5-6BEBC5A4ABFA}" type="datetime1">
              <a:rPr lang="en-US"/>
              <a:t>04/06/2026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240" cy="56304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ABSTRACT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9240" cy="490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CA375AB-61EF-4B77-AA2C-3F2F5F8AE39C}" type="slidenum">
              <a:t>5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148C9146-8B45-488C-B6BC-80D05CF3A807}" type="datetime1">
              <a:rPr lang="en-US"/>
              <a:t>04/06/2026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240" cy="56304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IN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OVERALL DESIGN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9240" cy="490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C29CA58-1895-4A10-A6CD-7C7EAEFF3FA9}" type="slidenum">
              <a:t>6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20862A6F-5C88-436D-96CC-91A827D3DDB0}" type="datetime1">
              <a:rPr lang="en-US"/>
              <a:t>04/06/2026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Title 1"/>
          <p:cNvSpPr/>
          <p:nvPr/>
        </p:nvSpPr>
        <p:spPr>
          <a:xfrm>
            <a:off x="493920" y="274680"/>
            <a:ext cx="8381520" cy="91404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MATERIALS AND METHODS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8632CD8-6959-4A92-ABAE-C8CC7ED09DE4}" type="slidenum">
              <a:t>7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29A89B1-741C-4262-96BB-18B9CFE8D418}" type="datetime1">
              <a:rPr lang="en-US"/>
              <a:t>04/06/2026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title"/>
          </p:nvPr>
        </p:nvSpPr>
        <p:spPr>
          <a:xfrm>
            <a:off x="609480" y="136440"/>
            <a:ext cx="8076960" cy="71568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MODULE IMPLEMENTATION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F59F607-5310-4772-8088-7F28694A1AB9}" type="slidenum">
              <a:t>8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B5E4258-3669-4345-9A68-B70DD17D8DC1}" type="datetime1">
              <a:rPr lang="en-US"/>
              <a:t>04/06/2026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076960" cy="63936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EXPERIMENTAL RESULTS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C072143-2060-4AE9-AF9C-E6925B102542}" type="slidenum">
              <a:t>9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408D578E-C1E3-47B2-95D0-EE158D5B3270}" type="datetime1">
              <a:rPr lang="en-US"/>
              <a:t>04/06/2026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240" cy="56304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PERFORMANCE EVALUATION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9240" cy="490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3D01C55-333A-42CE-9341-DB510095702D}" type="slidenum">
              <a:t>10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5C9192E8-FBC4-4FB8-B300-E09704D58233}" type="datetime1">
              <a:rPr lang="en-US"/>
              <a:t>04/06/2026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305560" cy="109512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SCREENSHOTS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3793626-4DC5-4AC8-A2F2-142DDF10F5C6}" type="slidenum">
              <a:t>11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716DFF32-E127-44C6-9F42-B8D8A2065810}" type="datetime1">
              <a:rPr lang="en-US"/>
              <a:t>04/06/2026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240" cy="56304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REFERENCES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Ref.1 - Base paper (Reputed Journal preferably IEEE after 2023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Ref.2 – Supporting papers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Ref.3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Ref.4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Ref.5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CE5282F-0FAA-42E1-A9FE-F03E17DA2DDE}" type="slidenum">
              <a:t>12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4B4CF21E-CDB1-491F-8A89-4BA7D35491A2}" type="datetime1">
              <a:rPr lang="en-US"/>
              <a:t>04/06/2026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240" cy="56304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CONCLUSION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0" defTabSz="914400">
              <a:lnSpc>
                <a:spcPct val="100000"/>
              </a:lnSpc>
              <a:spcBef>
                <a:spcPts val="400"/>
              </a:spcBef>
              <a:buNone/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FD47216-F579-427D-B78C-5FE7CAA91076}" type="slidenum">
              <a:t>13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6DD12AE-83FB-4FE6-8428-EC5F8BCF137F}" type="datetime1">
              <a:rPr lang="en-US"/>
              <a:t>04/06/2026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  <a:effectLst>
            <a:glow rad="228600">
              <a:srgbClr val="267de6">
                <a:alpha val="40000"/>
              </a:srgbClr>
            </a:glow>
          </a:effectLst>
        </p:spPr>
        <p:txBody>
          <a:bodyPr lIns="91440" rIns="91440" tIns="45720" bIns="45720" anchor="t">
            <a:normAutofit/>
          </a:bodyPr>
          <a:p>
            <a:pPr marL="343080" indent="-343080" algn="ctr" defTabSz="914400">
              <a:lnSpc>
                <a:spcPct val="100000"/>
              </a:lnSpc>
              <a:spcBef>
                <a:spcPts val="1321"/>
              </a:spcBef>
              <a:buNone/>
              <a:tabLst>
                <a:tab algn="l" pos="0"/>
              </a:tabLst>
            </a:pPr>
            <a:endParaRPr lang="en-US" sz="6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ctr" defTabSz="914400">
              <a:lnSpc>
                <a:spcPct val="100000"/>
              </a:lnSpc>
              <a:spcBef>
                <a:spcPts val="1321"/>
              </a:spcBef>
              <a:buNone/>
              <a:tabLst>
                <a:tab algn="l" pos="0"/>
              </a:tabLst>
            </a:pPr>
            <a:r>
              <a:rPr lang="en-US" sz="6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THANK YOU</a:t>
            </a:r>
            <a:endParaRPr lang="en-US" sz="6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AD3811– PROJECT WORK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E8BA865-6ED8-4A25-AA8A-FD763048F578}" type="slidenum">
              <a:t>14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77DB1B9F-F246-40D3-A635-2750EE7DF5C5}" type="datetime1">
              <a:rPr lang="en-US"/>
              <a:t>04/06/2026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568</TotalTime>
  <Application>LibreOffice/25.8.6.2$Linux_X86_64 LibreOffice_project/a46b460d1686bb49c718d2ef5f88b83ff2dc4981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2019-04-01T09:28:24Z</dcterms:created>
  <dc:creator>user</dc:creator>
  <dc:description/>
  <dc:language>en-US</dc:language>
  <cp:lastModifiedBy/>
  <dcterms:modified xsi:type="dcterms:W3CDTF">2026-04-06T00:37:08Z</dcterms:modified>
  <cp:revision>84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On-screen Show (4:3)</vt:lpwstr>
  </property>
  <property fmtid="{D5CDD505-2E9C-101B-9397-08002B2CF9AE}" pid="4" name="Slides">
    <vt:r8>14</vt:r8>
  </property>
</Properties>
</file>