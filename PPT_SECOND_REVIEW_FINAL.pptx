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48C1C2C-D967-412A-85B3-64F13F88E39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5A3104-E458-4B85-A0AD-2948F15AC6D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30AF94F-AC2A-4E48-A177-89EB74BC05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50A969A-B6BE-441B-9597-A0875DB87F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1327994-B945-4AD0-A113-5E7303A117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F7C0791-BC4E-4AC1-A31C-741EB81374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8B40011-AF5D-4ED3-8E41-447FA3011D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6D04A90-D8AB-4699-9086-7689D44848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D921EE38-BAEE-4188-B4CC-73A88B864A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33E729E2-9CC1-4614-9F44-529EC4E62D8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800D69A5-14B8-457F-ADD5-B728988E4B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22C6681C-CAD1-42EE-BB34-0BFE7E328C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BC974E33-05B3-4049-9AFE-9AD3F7601E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1EF5B2-F2E0-44D6-8BE2-0A573D55640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4DF7F56-7368-4E9E-976E-B34F07ECAC0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121E8D-00FF-4E2B-B4B6-E480977E416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5AC7115-A540-4947-BB8A-72A13B38673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8F3F70-007E-4A6A-BD75-17EA8005408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CA908A4-0A06-4FAB-ADE8-A680F410B75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52AE1DD-BCC1-476A-91F4-3D182DD83A9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3353DAA-B55F-4240-9DE2-786300B6894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745E12-057B-4C95-8687-3CE53736C30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DDA727-3AE7-49FF-8BDD-B68770EC81B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9A388D-045D-4F2A-B6AD-178006B232A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hyperlink" Target="https://ieeexplore.ieee.org/document/8588801/" TargetMode="External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91560" y="1669680"/>
            <a:ext cx="7771680" cy="84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43333" lnSpcReduction="10000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br>
              <a:rPr sz="2600"/>
            </a:br>
            <a:r>
              <a:rPr b="1" lang="en-US" sz="2600" spc="-1" strike="noStrike">
                <a:solidFill>
                  <a:srgbClr val="7030a0"/>
                </a:solidFill>
                <a:latin typeface="Arial Black"/>
                <a:ea typeface="Calibri"/>
              </a:rPr>
              <a:t>Department of Computer Science and  Engineering</a:t>
            </a:r>
            <a:br>
              <a:rPr sz="2200"/>
            </a:br>
            <a:br>
              <a:rPr sz="2200"/>
            </a:br>
            <a:br>
              <a:rPr sz="2600"/>
            </a:b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itle 1"/>
          <p:cNvSpPr/>
          <p:nvPr/>
        </p:nvSpPr>
        <p:spPr>
          <a:xfrm>
            <a:off x="457200" y="458280"/>
            <a:ext cx="83811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7030a0"/>
                </a:solidFill>
                <a:latin typeface="Arial Rounded MT Bold"/>
                <a:ea typeface="Calibri"/>
              </a:rPr>
              <a:t>ANNA UNIVERSITY REGIONAL CAMPUS COIMBATORE</a:t>
            </a:r>
            <a:br>
              <a:rPr sz="1400"/>
            </a:br>
            <a:br>
              <a:rPr sz="2800"/>
            </a:b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2"/>
          <p:cNvSpPr/>
          <p:nvPr/>
        </p:nvSpPr>
        <p:spPr>
          <a:xfrm>
            <a:off x="723960" y="2514600"/>
            <a:ext cx="7848000" cy="22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000" spc="-1" strike="noStrike">
                <a:solidFill>
                  <a:srgbClr val="c00000"/>
                </a:solidFill>
                <a:latin typeface="Arial"/>
              </a:rPr>
              <a:t>AD3811 &amp; PROJECT WORK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000" spc="-1" strike="noStrike">
                <a:solidFill>
                  <a:srgbClr val="c00000"/>
                </a:solidFill>
                <a:latin typeface="Arial"/>
              </a:rPr>
              <a:t>SECOND REVIEW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000" spc="-1" strike="noStrike">
                <a:solidFill>
                  <a:srgbClr val="c00000"/>
                </a:solidFill>
                <a:latin typeface="Arial"/>
              </a:rPr>
              <a:t>Title of the project 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000" spc="-1" strike="noStrike">
                <a:solidFill>
                  <a:srgbClr val="c00000"/>
                </a:solidFill>
                <a:latin typeface="Arial"/>
              </a:rPr>
              <a:t>Reverse Engineering of Voyager-Based GraphQL APIs for Automated Professional Profile Data Extraction</a:t>
            </a:r>
            <a:br>
              <a:rPr sz="2000"/>
            </a:br>
            <a:br>
              <a:rPr sz="2000"/>
            </a:br>
            <a:r>
              <a:rPr b="1" lang="en-US" sz="2000" spc="-1" strike="noStrike">
                <a:solidFill>
                  <a:srgbClr val="6535eb"/>
                </a:solidFill>
                <a:latin typeface="Times New Roman"/>
              </a:rPr>
              <a:t>Date :</a:t>
            </a:r>
            <a:r>
              <a:rPr b="0" lang="en-US" sz="2000" spc="-1" strike="noStrike">
                <a:solidFill>
                  <a:srgbClr val="6535eb"/>
                </a:solidFill>
                <a:latin typeface="Times New Roman"/>
              </a:rPr>
              <a:t> 10.03.2026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8" name="Table 8"/>
          <p:cNvGraphicFramePr/>
          <p:nvPr/>
        </p:nvGraphicFramePr>
        <p:xfrm>
          <a:off x="1144080" y="4724280"/>
          <a:ext cx="7162200" cy="1829520"/>
        </p:xfrm>
        <a:graphic>
          <a:graphicData uri="http://schemas.openxmlformats.org/drawingml/2006/table">
            <a:tbl>
              <a:tblPr/>
              <a:tblGrid>
                <a:gridCol w="3581280"/>
                <a:gridCol w="3581280"/>
              </a:tblGrid>
              <a:tr h="533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Project Guide Name/Designation: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Name / Desn. / CSE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Dr.P.Marikkannu AP/CSE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517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Name and Regn. Number of Student: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Name (Regn. No.)</a:t>
                      </a:r>
                      <a:br>
                        <a:rPr sz="1800"/>
                      </a:b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S.Sidharthan (710022243043)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880" cy="56268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lt1"/>
                </a:solidFill>
                <a:latin typeface="Arial Black"/>
              </a:rPr>
              <a:t>AGENDA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914400"/>
            <a:ext cx="8228880" cy="521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2600" spc="-1" strike="noStrike">
                <a:solidFill>
                  <a:schemeClr val="dk1"/>
                </a:solidFill>
                <a:latin typeface="Arial"/>
              </a:rPr>
              <a:t>INTRODUCTION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2600" spc="-1" strike="noStrike">
                <a:solidFill>
                  <a:schemeClr val="dk1"/>
                </a:solidFill>
                <a:latin typeface="Arial"/>
              </a:rPr>
              <a:t>PROBLEM STATEMENT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600" spc="-1" strike="noStrike">
                <a:solidFill>
                  <a:schemeClr val="dk1"/>
                </a:solidFill>
                <a:latin typeface="Arial"/>
              </a:rPr>
              <a:t>ABSTRACT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600" spc="-1" strike="noStrike">
                <a:solidFill>
                  <a:schemeClr val="dk1"/>
                </a:solidFill>
                <a:latin typeface="Arial"/>
              </a:rPr>
              <a:t>PROPOSED WORK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600" spc="-1" strike="noStrike">
                <a:solidFill>
                  <a:schemeClr val="dk1"/>
                </a:solidFill>
                <a:latin typeface="Arial"/>
              </a:rPr>
              <a:t>ARCHITECTURE DIAGRAM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600" spc="-1" strike="noStrike">
                <a:solidFill>
                  <a:schemeClr val="dk1"/>
                </a:solidFill>
                <a:latin typeface="Arial"/>
              </a:rPr>
              <a:t>ER DIAGRAM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600" spc="-1" strike="noStrike">
                <a:solidFill>
                  <a:schemeClr val="dk1"/>
                </a:solidFill>
                <a:latin typeface="Arial"/>
              </a:rPr>
              <a:t>ALGORITHMS/TECHNIQUES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600" spc="-1" strike="noStrike">
                <a:solidFill>
                  <a:schemeClr val="dk1"/>
                </a:solidFill>
                <a:latin typeface="Arial"/>
              </a:rPr>
              <a:t>EXPECTED OUTCOME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600" spc="-1" strike="noStrike">
                <a:solidFill>
                  <a:schemeClr val="dk1"/>
                </a:solidFill>
                <a:latin typeface="Arial"/>
              </a:rPr>
              <a:t>IMPLEMENTATION OF 1</a:t>
            </a:r>
            <a:r>
              <a:rPr b="1" lang="en-US" sz="2600" spc="-1" strike="noStrike" baseline="30000">
                <a:solidFill>
                  <a:schemeClr val="dk1"/>
                </a:solidFill>
                <a:latin typeface="Arial"/>
              </a:rPr>
              <a:t>ST</a:t>
            </a:r>
            <a:r>
              <a:rPr b="1" lang="en-US" sz="2600" spc="-1" strike="noStrike">
                <a:solidFill>
                  <a:schemeClr val="dk1"/>
                </a:solidFill>
                <a:latin typeface="Arial"/>
              </a:rPr>
              <a:t> MODULE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600" spc="-1" strike="noStrike">
                <a:solidFill>
                  <a:schemeClr val="dk1"/>
                </a:solidFill>
                <a:latin typeface="Arial"/>
              </a:rPr>
              <a:t>IMPLEMENTATION(30% CODE)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600" spc="-1" strike="noStrike">
                <a:solidFill>
                  <a:schemeClr val="dk1"/>
                </a:solidFill>
                <a:latin typeface="Arial"/>
              </a:rPr>
              <a:t>REFERENCES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indent="0" algn="just" defTabSz="914400">
              <a:lnSpc>
                <a:spcPct val="100000"/>
              </a:lnSpc>
              <a:spcBef>
                <a:spcPts val="621"/>
              </a:spcBef>
              <a:buNone/>
              <a:tabLst>
                <a:tab algn="l" pos="0"/>
              </a:tabLst>
            </a:pP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  <a:p>
            <a:pPr indent="0" algn="just" defTabSz="914400">
              <a:lnSpc>
                <a:spcPct val="100000"/>
              </a:lnSpc>
              <a:spcBef>
                <a:spcPts val="621"/>
              </a:spcBef>
              <a:buNone/>
              <a:tabLst>
                <a:tab algn="l" pos="0"/>
              </a:tabLst>
            </a:pP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3A133C8-AFBE-4F7B-93CE-2CE99FAFAF08}" type="slidenum">
              <a:t>2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282FC8A2-43DB-4CC3-971F-87C64054A7EB}" type="datetime1">
              <a:rPr lang="en-US"/>
              <a:t>03/10/2026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880" cy="56268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N" sz="3600" spc="-1" strike="noStrike">
                <a:solidFill>
                  <a:schemeClr val="lt1"/>
                </a:solidFill>
                <a:latin typeface="Arial Black"/>
              </a:rPr>
              <a:t>INTRODUCTION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219320"/>
            <a:ext cx="8228880" cy="490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Professional platforms (LinkedIn, GitHub, X) serve structured data via internal GraphQL APIs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Direct API access is costly, restricted, and rate-limited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This project builds an automated system to extract publicly available professional data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Extended scope: GitHub candidate discovery via keyword search using Scraplin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B8F2FF3-F90D-44D7-8958-35D373597695}" type="slidenum">
              <a:t>3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DE77C987-880C-4A78-AB81-A670F4EC7B6A}" type="datetime1">
              <a:rPr lang="en-US"/>
              <a:t>03/10/2026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880" cy="56268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N" sz="3600" spc="-1" strike="noStrike">
                <a:solidFill>
                  <a:schemeClr val="lt1"/>
                </a:solidFill>
                <a:latin typeface="Arial Black"/>
              </a:rPr>
              <a:t>PROBLEM STATEMENT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19320"/>
            <a:ext cx="8228880" cy="490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No affordable access to professional profile data at scale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Official APIs: LinkedIn charges $0.30–$0.50/profile; X/Twitter $100–$42K/month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Manual collection: 5–10 minutes per profile, error-prone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Existing open-source tools are outdated and break with platform updates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Gap: No unified, transparent, multi-platform extraction solution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634CCFB-86D0-4969-85D8-484C24304D51}" type="slidenum">
              <a:t>4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ACE30A36-AD22-4038-8071-0B1D207020D3}" type="datetime1">
              <a:rPr lang="en-US"/>
              <a:t>03/10/2026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880" cy="56268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lt1"/>
                </a:solidFill>
                <a:latin typeface="Arial Black"/>
              </a:rPr>
              <a:t>ABSTRACT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219320"/>
            <a:ext cx="8228880" cy="490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222"/>
          </a:bodyPr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This system reverse-engineers internal GraphQL APIs of LinkedIn and GitHub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Uses Playwright for browser automation and session management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Scrapling is used for lightweight, fast HTML parsing on GitHub search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Extracts profile data, posts, activity, and media in structured formats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Output: JSON, CSV, PDF — ready for recruitment analytics and research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A24465E-F584-4587-B312-1496A52805A4}" type="slidenum">
              <a:t>5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A63C6B45-5C45-47BD-8CFD-135BD42984C0}" type="datetime1">
              <a:rPr lang="en-US"/>
              <a:t>03/10/2026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880" cy="56268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N" sz="3600" spc="-1" strike="noStrike">
                <a:solidFill>
                  <a:schemeClr val="lt1"/>
                </a:solidFill>
                <a:latin typeface="Arial Black"/>
              </a:rPr>
              <a:t>PROPOSED WORK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19320"/>
            <a:ext cx="8228880" cy="490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Module 1: Authentication &amp; Session Management (Playwright + cookie reuse)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Module 2: LinkedIn Profile Extractor (Voyager GraphQL API)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Module 3: LinkedIn Activity Fetcher (posts, comments, media)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Module 4: GitHub Candidate Search (keyword-based, powered by Scrapling)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Module 5: Data Export Engine (JSON → PDF / CSV)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805C48A-97E1-4F47-ADB6-674E77FAD656}" type="slidenum">
              <a:t>6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8443339A-6360-4A65-92AF-53D76A523002}" type="datetime1">
              <a:rPr lang="en-US"/>
              <a:t>03/10/2026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itle 1"/>
          <p:cNvSpPr/>
          <p:nvPr/>
        </p:nvSpPr>
        <p:spPr>
          <a:xfrm>
            <a:off x="493920" y="274680"/>
            <a:ext cx="8381160" cy="91368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2800" spc="-1" strike="noStrike">
                <a:solidFill>
                  <a:schemeClr val="lt1"/>
                </a:solidFill>
                <a:latin typeface="Arial Black"/>
              </a:rPr>
              <a:t>ARCHITECTURE DIAGRAM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2567520" y="1371600"/>
            <a:ext cx="3375720" cy="49748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A366B68-D7FA-4E51-A91A-B76465A4699A}" type="slidenum">
              <a:t>7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51E1FCEA-2E27-4D60-B178-35DC33F0AA49}" type="datetime1">
              <a:rPr lang="en-US"/>
              <a:t>03/10/2026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136440"/>
            <a:ext cx="8076600" cy="71532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lt1"/>
                </a:solidFill>
                <a:latin typeface="Times New Roman"/>
              </a:rPr>
              <a:t> </a:t>
            </a:r>
            <a:r>
              <a:rPr b="1" lang="en-US" sz="3600" spc="-1" strike="noStrike">
                <a:solidFill>
                  <a:schemeClr val="lt1"/>
                </a:solidFill>
                <a:latin typeface="Arial Black"/>
              </a:rPr>
              <a:t>ER DIAGRAM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/>
          <a:stretch/>
        </p:blipFill>
        <p:spPr>
          <a:xfrm>
            <a:off x="1828800" y="951840"/>
            <a:ext cx="5943240" cy="52200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8FCAB67-1103-4880-BD1F-E035E0404431}" type="slidenum">
              <a:t>8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7B33784D-0FB3-45F2-B5F1-B4653D41735A}" type="datetime1">
              <a:rPr lang="en-US"/>
              <a:t>03/10/2026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321120"/>
            <a:ext cx="8076600" cy="63900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lt1"/>
                </a:solidFill>
                <a:latin typeface="Times New Roman"/>
              </a:rPr>
              <a:t> </a:t>
            </a:r>
            <a:r>
              <a:rPr b="1" lang="en-US" sz="3600" spc="-1" strike="noStrike">
                <a:solidFill>
                  <a:schemeClr val="lt1"/>
                </a:solidFill>
                <a:latin typeface="Arial Black"/>
              </a:rPr>
              <a:t>ALGORITHMS &amp; TECHNIQUES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75" name=""/>
          <p:cNvGraphicFramePr/>
          <p:nvPr/>
        </p:nvGraphicFramePr>
        <p:xfrm>
          <a:off x="457200" y="1371600"/>
          <a:ext cx="8265240" cy="4416840"/>
        </p:xfrm>
        <a:graphic>
          <a:graphicData uri="http://schemas.openxmlformats.org/drawingml/2006/table">
            <a:tbl>
              <a:tblPr/>
              <a:tblGrid>
                <a:gridCol w="4102560"/>
                <a:gridCol w="4163040"/>
              </a:tblGrid>
              <a:tr h="5767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Technique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Purpose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767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GraphQL Query Reverse Engineering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Extract LinkedIn Voyager API structure from browser traffic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767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Playwright Browser Automation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Login, cookie capture, headless browsing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767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Scrapling HTML Parsing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Fast, lightweight GitHub search result extraction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767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Session Cookie Reuse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Avoid repeated logins; persist authenticated state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767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Rate Limiting &amp; Backoff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Prevent detection; respect platform limits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215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JSON Schema Normalization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Unify data structure across LinkedIn and GitHub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97AC610-0D60-4DD3-B08C-9B9A1776B74A}" type="slidenum">
              <a:t>9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EEEEFF1D-EBB8-4A28-ADED-1F02531E3DA4}" type="datetime1">
              <a:rPr lang="en-US"/>
              <a:t>03/10/2026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880" cy="56268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lt1"/>
                </a:solidFill>
                <a:latin typeface="Arial Black"/>
              </a:rPr>
              <a:t>EXPECTED OUTCOME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219320"/>
            <a:ext cx="8228880" cy="490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Multi-platform pipeline: LinkedIn profiles + GitHub candidates from one system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Keyword-based GitHub search returns name, bio, top repos, location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LinkedIn extractor returns full profile: experience, education, skills, posts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Reusable session management — authenticate once, run multiple queries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Clean exports: structured JSON, tabular CSV, downloadable PDFs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40DFC41-2CDC-4BE6-BF65-20D35E96B1C6}" type="slidenum">
              <a:t>10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DFEBF5F5-423B-40D1-8F18-D4CF1C78A4F2}" type="datetime1">
              <a:rPr lang="en-US"/>
              <a:t>03/10/2026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Tool: Playwright (Python)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Flow: Launch browser → Navigate to platform → Login → Extract cookies → Save session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Cookie storage: JSON file, reloaded on next run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Handles: LinkedIn and GitHub session separately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Fallback: Re-authenticate if session expires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305200" cy="109476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lt1"/>
                </a:solidFill>
                <a:latin typeface="Times New Roman"/>
              </a:rPr>
              <a:t> </a:t>
            </a:r>
            <a:r>
              <a:rPr b="1" lang="en-US" sz="3600" spc="-1" strike="noStrike">
                <a:solidFill>
                  <a:schemeClr val="lt1"/>
                </a:solidFill>
                <a:latin typeface="Arial Black"/>
              </a:rPr>
              <a:t>IMPLEMENTATION OF 1</a:t>
            </a:r>
            <a:r>
              <a:rPr b="1" lang="en-US" sz="3600" spc="-1" strike="noStrike" baseline="30000">
                <a:solidFill>
                  <a:schemeClr val="lt1"/>
                </a:solidFill>
                <a:latin typeface="Arial Black"/>
              </a:rPr>
              <a:t>ST</a:t>
            </a:r>
            <a:r>
              <a:rPr b="1" lang="en-US" sz="3600" spc="-1" strike="noStrike">
                <a:solidFill>
                  <a:schemeClr val="lt1"/>
                </a:solidFill>
                <a:latin typeface="Arial Black"/>
              </a:rPr>
              <a:t> MODULE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71066E4-3D8F-42EC-BE90-E09AB86EED5F}" type="slidenum">
              <a:t>11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AA5CB677-566D-45D6-90B4-4146F9860225}" type="datetime1">
              <a:rPr lang="en-US"/>
              <a:t>03/10/2026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800600" y="803880"/>
            <a:ext cx="4193640" cy="2396520"/>
          </a:xfrm>
          <a:prstGeom prst="rect">
            <a:avLst/>
          </a:prstGeom>
          <a:ln w="0">
            <a:noFill/>
          </a:ln>
        </p:spPr>
      </p:pic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543440" cy="41076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lt1"/>
                </a:solidFill>
                <a:latin typeface="Arial Black"/>
              </a:rPr>
              <a:t>IMPLEMENTATION(30% CODE)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2" name="" descr=""/>
          <p:cNvPicPr/>
          <p:nvPr/>
        </p:nvPicPr>
        <p:blipFill>
          <a:blip r:embed="rId2"/>
          <a:stretch/>
        </p:blipFill>
        <p:spPr>
          <a:xfrm>
            <a:off x="228600" y="796320"/>
            <a:ext cx="4174920" cy="2404080"/>
          </a:xfrm>
          <a:prstGeom prst="rect">
            <a:avLst/>
          </a:prstGeom>
          <a:ln w="0">
            <a:noFill/>
          </a:ln>
        </p:spPr>
      </p:pic>
      <p:pic>
        <p:nvPicPr>
          <p:cNvPr id="83" name="" descr=""/>
          <p:cNvPicPr/>
          <p:nvPr/>
        </p:nvPicPr>
        <p:blipFill>
          <a:blip r:embed="rId3"/>
          <a:stretch/>
        </p:blipFill>
        <p:spPr>
          <a:xfrm>
            <a:off x="4800600" y="3629160"/>
            <a:ext cx="4114800" cy="2314440"/>
          </a:xfrm>
          <a:prstGeom prst="rect">
            <a:avLst/>
          </a:prstGeom>
          <a:ln w="0">
            <a:noFill/>
          </a:ln>
        </p:spPr>
      </p:pic>
      <p:pic>
        <p:nvPicPr>
          <p:cNvPr id="84" name="" descr=""/>
          <p:cNvPicPr/>
          <p:nvPr/>
        </p:nvPicPr>
        <p:blipFill>
          <a:blip r:embed="rId4"/>
          <a:stretch/>
        </p:blipFill>
        <p:spPr>
          <a:xfrm>
            <a:off x="247320" y="3582000"/>
            <a:ext cx="4324680" cy="24325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632B863-613A-4CD2-A71F-D3F35EEAB13C}" type="slidenum">
              <a:t>12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F6715B0B-BAE4-4E68-BE85-659C7B040F3A}" type="datetime1">
              <a:rPr lang="en-US"/>
              <a:t>03/10/2026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880" cy="56268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lt1"/>
                </a:solidFill>
                <a:latin typeface="Arial Black"/>
              </a:rPr>
              <a:t>REFERENCES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[1] LINKSOCIAL: Linking User Profiles Across Multiple Social Media Platforms.Vishal Sharma, Curtis E. Dyreson </a:t>
            </a:r>
            <a:br>
              <a:rPr sz="1600"/>
            </a:br>
            <a:r>
              <a:rPr b="0" lang="en-US" sz="1600" spc="-1" strike="noStrike" u="sng">
                <a:solidFill>
                  <a:schemeClr val="dk1"/>
                </a:solidFill>
                <a:uFillTx/>
                <a:latin typeface="Calibri"/>
                <a:hlinkClick r:id="rId1"/>
              </a:rPr>
              <a:t>https://ieeexplore.ieee.org/document/8588801/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24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2] Hartig, O., Pérez, J. (2018). "Semantics and Complexity of GraphQL."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Proceedings of the 2018 World Wide Web Conference, pp. 1155-1164.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   </a:t>
            </a: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DOI: 10.1145/3178876.3186014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24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[3] Vogel, M., Weber, S., Zirpins, C. (2017). "Experiences on Migrating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RESTful Web Services to GraphQL." International Conference on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Service-Oriented Computing (ICSOC), pp. 283-295.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DOI: 10.1007/978-3-319-69035-3_20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24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[4] Wittern, E., Cha, A., Davis, J.C., Baudart, G., Mandel, L. (2019).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"An Empirical Study of GraphQL Schemas."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IEEE International Conference on Service-Oriented System Engineering,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pp. 3-13. DOI: 10.1109/SOSE.2019.00011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24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[5] GitHub GraphQL API v4 Documentation (2024).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Official Documentation. URL: https://docs.github.com/en/graphql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Accessed: February 2026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218463A-6C3C-4FC8-9B0C-272F8BE83ABB}" type="slidenum">
              <a:t>13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355007ED-ED23-451B-A394-58552AD1A5A8}" type="datetime1">
              <a:rPr lang="en-US"/>
              <a:t>03/10/2026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 defTabSz="914400">
              <a:lnSpc>
                <a:spcPct val="100000"/>
              </a:lnSpc>
              <a:spcBef>
                <a:spcPts val="1321"/>
              </a:spcBef>
              <a:buNone/>
              <a:tabLst>
                <a:tab algn="l" pos="0"/>
              </a:tabLst>
            </a:pPr>
            <a:endParaRPr b="0" lang="en-US" sz="6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ctr" defTabSz="914400">
              <a:lnSpc>
                <a:spcPct val="100000"/>
              </a:lnSpc>
              <a:spcBef>
                <a:spcPts val="1321"/>
              </a:spcBef>
              <a:buNone/>
              <a:tabLst>
                <a:tab algn="l" pos="0"/>
              </a:tabLst>
            </a:pPr>
            <a:r>
              <a:rPr b="1" lang="en-US" sz="6600" spc="-1" strike="noStrike">
                <a:solidFill>
                  <a:srgbClr val="6c3eec"/>
                </a:solidFill>
                <a:latin typeface="Times New Roman"/>
              </a:rPr>
              <a:t>THANK YOU</a:t>
            </a:r>
            <a:endParaRPr b="0" lang="en-US" sz="6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C871578-E8DD-4CD2-BC00-079E2CCDA052}" type="slidenum">
              <a:t>14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fld id="{B7AB088E-B560-4068-AD29-4222CDC77F29}" type="datetime1">
              <a:rPr lang="en-US"/>
              <a:t>03/10/2026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574</TotalTime>
  <Application>LibreOffice/24.2.7.2$Linux_X86_64 LibreOffice_project/420$Build-2</Application>
  <AppVersion>15.0000</AppVersion>
  <Words>243</Words>
  <Paragraphs>83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2019-04-01T09:28:24Z</dcterms:created>
  <dc:creator>user</dc:creator>
  <dc:description/>
  <dc:language>en-US</dc:language>
  <cp:lastModifiedBy/>
  <dcterms:modified xsi:type="dcterms:W3CDTF">2026-03-10T08:39:38Z</dcterms:modified>
  <cp:revision>84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On-screen Show (4:3)</vt:lpwstr>
  </property>
  <property fmtid="{D5CDD505-2E9C-101B-9397-08002B2CF9AE}" pid="4" name="Slides">
    <vt:i4>14</vt:i4>
  </property>
</Properties>
</file>